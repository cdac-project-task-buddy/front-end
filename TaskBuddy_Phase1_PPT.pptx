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7" r:id="rId1"/>
  </p:sldMasterIdLst>
  <p:sldIdLst>
    <p:sldId id="257" r:id="rId2"/>
    <p:sldId id="263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13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84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5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2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6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59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53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2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2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0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7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0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7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81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923" y="457537"/>
            <a:ext cx="8767089" cy="1083329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TaskBuddy</a:t>
            </a:r>
            <a:r>
              <a:rPr lang="en-US" sz="2400" b="1" dirty="0"/>
              <a:t> – Your Everyday Task Partner</a:t>
            </a:r>
            <a:endParaRPr sz="2400" b="1" dirty="0"/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B92F365B-F82E-45FA-62C3-9E3D7BDC2A2B}"/>
              </a:ext>
            </a:extLst>
          </p:cNvPr>
          <p:cNvSpPr/>
          <p:nvPr/>
        </p:nvSpPr>
        <p:spPr>
          <a:xfrm>
            <a:off x="2131294" y="3691692"/>
            <a:ext cx="4711177" cy="2353712"/>
          </a:xfrm>
          <a:prstGeom prst="foldedCorner">
            <a:avLst/>
          </a:prstGeom>
          <a:solidFill>
            <a:schemeClr val="accent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u="sng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Team Members</a:t>
            </a:r>
          </a:p>
          <a:p>
            <a:pPr algn="ctr"/>
            <a:endParaRPr lang="en-IN" sz="2000" b="1" u="sng" dirty="0"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Amit Tiwary</a:t>
            </a:r>
            <a:r>
              <a:rPr lang="en-IN" sz="2000" b="1" u="sng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Shyamsundar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Ravi Pandey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Yogesh </a:t>
            </a:r>
            <a:r>
              <a:rPr lang="en-IN" sz="2000" b="1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Lovevanshi</a:t>
            </a:r>
            <a:endParaRPr lang="en-IN" sz="2000" b="1" dirty="0"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 descr="Sunbeam logo">
            <a:extLst>
              <a:ext uri="{FF2B5EF4-FFF2-40B4-BE49-F238E27FC236}">
                <a16:creationId xmlns:a16="http://schemas.microsoft.com/office/drawing/2014/main" id="{8EDD4199-ECE0-BD1B-0859-0BE6E0963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672" y="2134296"/>
            <a:ext cx="4878422" cy="70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373C-34DB-B761-166E-1FB95EB0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375-552B-5BF9-579A-D8B20881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E3EC0-388C-76BF-9846-87F6D33F8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TaskBuddy</a:t>
            </a:r>
            <a:r>
              <a:rPr dirty="0"/>
              <a:t> is a web-based platform that connects customers with skilled taskers for various on-demand household and professional services.</a:t>
            </a:r>
          </a:p>
          <a:p>
            <a:endParaRPr dirty="0"/>
          </a:p>
          <a:p>
            <a:r>
              <a:rPr dirty="0"/>
              <a:t>Customers can hire trusted taskers for tasks like moving, cleaning, electrical work,</a:t>
            </a:r>
            <a:r>
              <a:rPr lang="en-US" dirty="0"/>
              <a:t> repair, home painting, cooking for guests, salon-spa services and other tasks.</a:t>
            </a:r>
            <a:r>
              <a:rPr dirty="0"/>
              <a:t> Taskers can earn money by offering their services to customers. One of the core functions of this system is finding and booking taskers in advance.</a:t>
            </a:r>
          </a:p>
        </p:txBody>
      </p:sp>
    </p:spTree>
    <p:extLst>
      <p:ext uri="{BB962C8B-B14F-4D97-AF65-F5344CB8AC3E}">
        <p14:creationId xmlns:p14="http://schemas.microsoft.com/office/powerpoint/2010/main" val="349812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Admin – Manages the platform, users, and services.</a:t>
            </a:r>
          </a:p>
          <a:p>
            <a:r>
              <a:rPr dirty="0"/>
              <a:t>2. Customer – </a:t>
            </a:r>
            <a:r>
              <a:rPr lang="en-US" dirty="0"/>
              <a:t>B</a:t>
            </a:r>
            <a:r>
              <a:rPr dirty="0"/>
              <a:t>ooks taskers, and provides feedback</a:t>
            </a:r>
            <a:r>
              <a:rPr lang="en-US" dirty="0"/>
              <a:t> post services</a:t>
            </a:r>
            <a:r>
              <a:rPr dirty="0"/>
              <a:t>.</a:t>
            </a:r>
          </a:p>
          <a:p>
            <a:r>
              <a:rPr dirty="0"/>
              <a:t>3. Tasker – </a:t>
            </a:r>
            <a:r>
              <a:rPr lang="en-IN" dirty="0"/>
              <a:t>Offers skilled </a:t>
            </a:r>
            <a:r>
              <a:rPr dirty="0"/>
              <a:t>services </a:t>
            </a:r>
            <a:r>
              <a:rPr lang="en-US" dirty="0"/>
              <a:t>to customers.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 – 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Login to Admin Dashboard</a:t>
            </a:r>
          </a:p>
          <a:p>
            <a:r>
              <a:rPr dirty="0"/>
              <a:t> Manage User Accounts (approve/reject taskers)</a:t>
            </a:r>
          </a:p>
          <a:p>
            <a:r>
              <a:rPr dirty="0"/>
              <a:t> Manage Service Categories</a:t>
            </a:r>
          </a:p>
          <a:p>
            <a:r>
              <a:rPr lang="en-US" dirty="0"/>
              <a:t>  </a:t>
            </a:r>
            <a:r>
              <a:rPr dirty="0"/>
              <a:t>View and Manage Bookings</a:t>
            </a:r>
          </a:p>
          <a:p>
            <a:r>
              <a:rPr dirty="0"/>
              <a:t> Generate Reports</a:t>
            </a:r>
          </a:p>
          <a:p>
            <a:r>
              <a:rPr dirty="0"/>
              <a:t> Handle Complaints and Feedback</a:t>
            </a:r>
          </a:p>
          <a:p>
            <a:r>
              <a:rPr dirty="0"/>
              <a:t> Manage System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Functional Requirements –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Register and Login</a:t>
            </a:r>
          </a:p>
          <a:p>
            <a:r>
              <a:rPr dirty="0"/>
              <a:t> Create and Update Profile</a:t>
            </a:r>
          </a:p>
          <a:p>
            <a:r>
              <a:rPr dirty="0"/>
              <a:t> Browse Task Categories and Taskers</a:t>
            </a:r>
          </a:p>
          <a:p>
            <a:r>
              <a:rPr dirty="0"/>
              <a:t> Book a Tasker for a Service</a:t>
            </a:r>
          </a:p>
          <a:p>
            <a:r>
              <a:rPr lang="en-US" dirty="0"/>
              <a:t> </a:t>
            </a:r>
            <a:r>
              <a:rPr dirty="0"/>
              <a:t>View and Cancel Bookings</a:t>
            </a:r>
          </a:p>
          <a:p>
            <a:r>
              <a:rPr dirty="0"/>
              <a:t> Rate and Review Taskers</a:t>
            </a:r>
          </a:p>
          <a:p>
            <a:r>
              <a:rPr dirty="0"/>
              <a:t> Contact Support</a:t>
            </a:r>
          </a:p>
          <a:p>
            <a:r>
              <a:rPr dirty="0"/>
              <a:t> Receive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 – Tasker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Register and Login</a:t>
            </a:r>
          </a:p>
          <a:p>
            <a:r>
              <a:rPr dirty="0"/>
              <a:t>Manage Service Profile (skills, rates, availability)</a:t>
            </a:r>
          </a:p>
          <a:p>
            <a:r>
              <a:rPr dirty="0"/>
              <a:t> Accept or Reject Bookings</a:t>
            </a:r>
          </a:p>
          <a:p>
            <a:r>
              <a:rPr dirty="0"/>
              <a:t>Update Booking Status</a:t>
            </a:r>
          </a:p>
          <a:p>
            <a:r>
              <a:rPr dirty="0"/>
              <a:t>View Earnings and Booking History</a:t>
            </a:r>
          </a:p>
          <a:p>
            <a:r>
              <a:rPr dirty="0"/>
              <a:t>Receive Notifications</a:t>
            </a:r>
          </a:p>
          <a:p>
            <a:r>
              <a:rPr dirty="0"/>
              <a:t>Manage Reviews and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Use Case Diagram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430" y="1994169"/>
            <a:ext cx="7765140" cy="5184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 The main aim of UML is to define a standard way to visualize the way a system has been designed</a:t>
            </a:r>
          </a:p>
          <a:p>
            <a:pPr marL="0" indent="0">
              <a:buNone/>
            </a:pPr>
            <a:r>
              <a:rPr dirty="0"/>
              <a:t>Actors:</a:t>
            </a:r>
          </a:p>
          <a:p>
            <a:r>
              <a:rPr dirty="0"/>
              <a:t> Admin</a:t>
            </a:r>
          </a:p>
          <a:p>
            <a:r>
              <a:rPr dirty="0"/>
              <a:t> Customer</a:t>
            </a:r>
          </a:p>
          <a:p>
            <a:r>
              <a:rPr lang="en-US" dirty="0"/>
              <a:t> </a:t>
            </a:r>
            <a:r>
              <a:rPr dirty="0"/>
              <a:t>Tasker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Use Cases:</a:t>
            </a:r>
          </a:p>
          <a:p>
            <a:r>
              <a:rPr dirty="0"/>
              <a:t> Manage Users, Services, and Bookings (Admin)</a:t>
            </a:r>
          </a:p>
          <a:p>
            <a:r>
              <a:rPr dirty="0"/>
              <a:t> Register, Browse, Book, and Review (Customer)</a:t>
            </a:r>
          </a:p>
          <a:p>
            <a:r>
              <a:rPr lang="en-US" dirty="0"/>
              <a:t> </a:t>
            </a:r>
            <a:r>
              <a:rPr dirty="0"/>
              <a:t> Accept Bookings, and Update</a:t>
            </a:r>
            <a:r>
              <a:rPr lang="en-US" dirty="0"/>
              <a:t> Booking</a:t>
            </a:r>
            <a:r>
              <a:rPr dirty="0"/>
              <a:t> Status (Tasker)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416E-1A8E-CDA4-7085-D12567940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use cases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E26E91-7F45-EF2B-1CE5-E969CD25F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784" y="2488798"/>
            <a:ext cx="7989888" cy="2272551"/>
          </a:xfrm>
          <a:prstGeom prst="rect">
            <a:avLst/>
          </a:prstGeom>
        </p:spPr>
      </p:pic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CC9BFAC8-2817-DDCB-FBA5-D44C29494FB2}"/>
              </a:ext>
            </a:extLst>
          </p:cNvPr>
          <p:cNvCxnSpPr>
            <a:cxnSpLocks/>
          </p:cNvCxnSpPr>
          <p:nvPr/>
        </p:nvCxnSpPr>
        <p:spPr>
          <a:xfrm>
            <a:off x="4085617" y="3054485"/>
            <a:ext cx="3570051" cy="924128"/>
          </a:xfrm>
          <a:prstGeom prst="curvedConnector3">
            <a:avLst>
              <a:gd name="adj1" fmla="val 1077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708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6D81-1DE9-06F7-67D7-E32F1B99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Taskers use cases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B0C29C-D15D-A3D7-4989-070BAC19B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72"/>
          <a:stretch>
            <a:fillRect/>
          </a:stretch>
        </p:blipFill>
        <p:spPr>
          <a:xfrm>
            <a:off x="577056" y="2547420"/>
            <a:ext cx="7989888" cy="22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25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F4967-6258-36EF-B8D9-CDC21D4B7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use cases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9F729F-BA41-394B-0331-70AB350EA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056" y="2508368"/>
            <a:ext cx="7989888" cy="233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49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B756D7-D24A-D0AE-7C43-DA0820F4E447}"/>
              </a:ext>
            </a:extLst>
          </p:cNvPr>
          <p:cNvSpPr txBox="1"/>
          <p:nvPr/>
        </p:nvSpPr>
        <p:spPr>
          <a:xfrm>
            <a:off x="1862846" y="4905282"/>
            <a:ext cx="5379396" cy="95410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/>
              <a:t>THANKS FOR BEING PART OF THIS 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069C4-898E-49EE-3019-012738453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41" b="92381" l="10000" r="90000">
                        <a14:foregroundMark x1="48500" y1="92381" x2="48500" y2="92381"/>
                        <a14:foregroundMark x1="40667" y1="14286" x2="40667" y2="14286"/>
                        <a14:foregroundMark x1="52333" y1="9841" x2="52333" y2="9841"/>
                        <a14:foregroundMark x1="77000" y1="10159" x2="77000" y2="10159"/>
                        <a14:foregroundMark x1="77167" y1="9524" x2="77167" y2="95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5178" y="970698"/>
            <a:ext cx="6974732" cy="366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0985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1221</TotalTime>
  <Words>339</Words>
  <Application>Microsoft Office PowerPoint</Application>
  <PresentationFormat>On-screen Show 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Gill Sans MT</vt:lpstr>
      <vt:lpstr>Wingdings</vt:lpstr>
      <vt:lpstr>Wingdings 2</vt:lpstr>
      <vt:lpstr>Dividend</vt:lpstr>
      <vt:lpstr>TaskBuddy – Your Everyday Task Partner</vt:lpstr>
      <vt:lpstr>Project Overview</vt:lpstr>
      <vt:lpstr>User Types</vt:lpstr>
      <vt:lpstr>Functional Requirements – Admin</vt:lpstr>
      <vt:lpstr>Functional Requirements – Customer</vt:lpstr>
      <vt:lpstr>Functional Requirements – Tasker</vt:lpstr>
      <vt:lpstr>UML Use Case Diagram (Overview)</vt:lpstr>
      <vt:lpstr>Admin use cases</vt:lpstr>
      <vt:lpstr>Taskers use cases</vt:lpstr>
      <vt:lpstr>Customer use cases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 Pandey</dc:creator>
  <cp:keywords/>
  <dc:description>generated using python-pptx</dc:description>
  <cp:lastModifiedBy>Ravi Pandey</cp:lastModifiedBy>
  <cp:revision>10</cp:revision>
  <dcterms:created xsi:type="dcterms:W3CDTF">2013-01-27T09:14:16Z</dcterms:created>
  <dcterms:modified xsi:type="dcterms:W3CDTF">2025-10-07T10:44:32Z</dcterms:modified>
  <cp:category/>
</cp:coreProperties>
</file>